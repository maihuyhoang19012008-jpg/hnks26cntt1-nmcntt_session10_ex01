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88E1-0DA0-4BE8-9D0D-6A248FF43158}" type="datetimeFigureOut">
              <a:rPr lang="en-SG" smtClean="0"/>
              <a:t>26/10/2026</a:t>
            </a:fld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70DAF-B9E7-4039-9D5F-31483E0C6066}" type="slidenum">
              <a:rPr lang="en-SG" smtClean="0"/>
              <a:t>‹#›</a:t>
            </a:fld>
            <a:endParaRPr lang="en-SG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435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88E1-0DA0-4BE8-9D0D-6A248FF43158}" type="datetimeFigureOut">
              <a:rPr lang="en-SG" smtClean="0"/>
              <a:t>26/10/2026</a:t>
            </a:fld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70DAF-B9E7-4039-9D5F-31483E0C6066}" type="slidenum">
              <a:rPr lang="en-SG" smtClean="0"/>
              <a:t>‹#›</a:t>
            </a:fld>
            <a:endParaRPr lang="en-S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3703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vi-VN"/>
              <a:t>Bấm để chỉnh sửa kiểu tiêu đề phụ của Bản cái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2B488E1-0DA0-4BE8-9D0D-6A248FF43158}" type="datetimeFigureOut">
              <a:rPr lang="en-SG" smtClean="0"/>
              <a:t>26/10/2026</a:t>
            </a:fld>
            <a:endParaRPr lang="en-SG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F70DAF-B9E7-4039-9D5F-31483E0C606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81084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vi-VN"/>
              <a:t>Bấm để chỉnh sửa kiểu tiêu đề phụ của Bản cái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endParaRPr lang="en-SG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2B488E1-0DA0-4BE8-9D0D-6A248FF43158}" type="datetimeFigureOut">
              <a:rPr lang="en-SG" smtClean="0"/>
              <a:t>26/10/2026</a:t>
            </a:fld>
            <a:endParaRPr lang="en-SG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FDF70DAF-B9E7-4039-9D5F-31483E0C606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489978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Đầu trang của Phầ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B488E1-0DA0-4BE8-9D0D-6A248FF43158}" type="datetimeFigureOut">
              <a:rPr lang="en-SG" smtClean="0"/>
              <a:t>26/10/2026</a:t>
            </a:fld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F70DAF-B9E7-4039-9D5F-31483E0C6066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3280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88E1-0DA0-4BE8-9D0D-6A248FF43158}" type="datetimeFigureOut">
              <a:rPr lang="en-SG" smtClean="0"/>
              <a:t>26/10/2026</a:t>
            </a:fld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70DAF-B9E7-4039-9D5F-31483E0C6066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268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22B488E1-0DA0-4BE8-9D0D-6A248FF43158}" type="datetimeFigureOut">
              <a:rPr lang="en-SG" smtClean="0"/>
              <a:t>26/10/2026</a:t>
            </a:fld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FDF70DAF-B9E7-4039-9D5F-31483E0C6066}" type="slidenum">
              <a:rPr lang="en-SG" smtClean="0"/>
              <a:t>‹#›</a:t>
            </a:fld>
            <a:endParaRPr lang="en-SG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910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88E1-0DA0-4BE8-9D0D-6A248FF43158}" type="datetimeFigureOut">
              <a:rPr lang="en-SG" smtClean="0"/>
              <a:t>26/10/2026</a:t>
            </a:fld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70DAF-B9E7-4039-9D5F-31483E0C6066}" type="slidenum">
              <a:rPr lang="en-SG" smtClean="0"/>
              <a:t>‹#›</a:t>
            </a:fld>
            <a:endParaRPr lang="en-SG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366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88E1-0DA0-4BE8-9D0D-6A248FF43158}" type="datetimeFigureOut">
              <a:rPr lang="en-SG" smtClean="0"/>
              <a:t>26/10/2026</a:t>
            </a:fld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70DAF-B9E7-4039-9D5F-31483E0C6066}" type="slidenum">
              <a:rPr lang="en-SG" smtClean="0"/>
              <a:t>‹#›</a:t>
            </a:fld>
            <a:endParaRPr lang="en-SG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6032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endParaRPr lang="en-SG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2B488E1-0DA0-4BE8-9D0D-6A248FF43158}" type="datetimeFigureOut">
              <a:rPr lang="en-SG" smtClean="0"/>
              <a:t>26/10/2026</a:t>
            </a:fld>
            <a:endParaRPr lang="en-SG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FDF70DAF-B9E7-4039-9D5F-31483E0C606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39743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endParaRPr lang="en-SG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2B488E1-0DA0-4BE8-9D0D-6A248FF43158}" type="datetimeFigureOut">
              <a:rPr lang="en-SG" smtClean="0"/>
              <a:t>26/10/2026</a:t>
            </a:fld>
            <a:endParaRPr lang="en-SG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FDF70DAF-B9E7-4039-9D5F-31483E0C606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24225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endParaRPr lang="en-SG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22B488E1-0DA0-4BE8-9D0D-6A248FF43158}" type="datetimeFigureOut">
              <a:rPr lang="en-SG" smtClean="0"/>
              <a:t>26/10/2026</a:t>
            </a:fld>
            <a:endParaRPr lang="en-SG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FDF70DAF-B9E7-4039-9D5F-31483E0C6066}" type="slidenum">
              <a:rPr lang="en-SG" smtClean="0"/>
              <a:t>‹#›</a:t>
            </a:fld>
            <a:endParaRPr lang="en-SG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172988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endParaRPr lang="en-SG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22B488E1-0DA0-4BE8-9D0D-6A248FF43158}" type="datetimeFigureOut">
              <a:rPr lang="en-SG" smtClean="0"/>
              <a:t>26/10/2026</a:t>
            </a:fld>
            <a:endParaRPr lang="en-SG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FDF70DAF-B9E7-4039-9D5F-31483E0C6066}" type="slidenum">
              <a:rPr lang="en-SG" smtClean="0"/>
              <a:t>‹#›</a:t>
            </a:fld>
            <a:endParaRPr lang="en-SG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5196241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endParaRPr lang="en-SG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22B488E1-0DA0-4BE8-9D0D-6A248FF43158}" type="datetimeFigureOut">
              <a:rPr lang="en-SG" smtClean="0"/>
              <a:t>26/10/2026</a:t>
            </a:fld>
            <a:endParaRPr lang="en-SG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FDF70DAF-B9E7-4039-9D5F-31483E0C6066}" type="slidenum">
              <a:rPr lang="en-SG" smtClean="0"/>
              <a:t>‹#›</a:t>
            </a:fld>
            <a:endParaRPr lang="en-SG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5013799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endParaRPr lang="en-SG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2B488E1-0DA0-4BE8-9D0D-6A248FF43158}" type="datetimeFigureOut">
              <a:rPr lang="en-SG" smtClean="0"/>
              <a:t>26/10/2026</a:t>
            </a:fld>
            <a:endParaRPr lang="en-SG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FDF70DAF-B9E7-4039-9D5F-31483E0C606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151606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2B488E1-0DA0-4BE8-9D0D-6A248FF43158}" type="datetimeFigureOut">
              <a:rPr lang="en-SG" smtClean="0"/>
              <a:t>26/10/2026</a:t>
            </a:fld>
            <a:endParaRPr lang="en-SG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F70DAF-B9E7-4039-9D5F-31483E0C606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83814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SG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2B488E1-0DA0-4BE8-9D0D-6A248FF43158}" type="datetimeFigureOut">
              <a:rPr lang="en-SG" smtClean="0"/>
              <a:t>26/10/2026</a:t>
            </a:fld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F70DAF-B9E7-4039-9D5F-31483E0C606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300320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88E1-0DA0-4BE8-9D0D-6A248FF43158}" type="datetimeFigureOut">
              <a:rPr lang="en-SG" smtClean="0"/>
              <a:t>26/10/2026</a:t>
            </a:fld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70DAF-B9E7-4039-9D5F-31483E0C6066}" type="slidenum">
              <a:rPr lang="en-SG" smtClean="0"/>
              <a:t>‹#›</a:t>
            </a:fld>
            <a:endParaRPr lang="en-SG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91042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B488E1-0DA0-4BE8-9D0D-6A248FF43158}" type="datetimeFigureOut">
              <a:rPr lang="en-SG" smtClean="0"/>
              <a:t>26/10/2026</a:t>
            </a:fld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F70DAF-B9E7-4039-9D5F-31483E0C6066}" type="slidenum">
              <a:rPr lang="en-SG" smtClean="0"/>
              <a:t>‹#›</a:t>
            </a:fld>
            <a:endParaRPr lang="en-S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0430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88E1-0DA0-4BE8-9D0D-6A248FF43158}" type="datetimeFigureOut">
              <a:rPr lang="en-SG" smtClean="0"/>
              <a:t>26/10/2026</a:t>
            </a:fld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70DAF-B9E7-4039-9D5F-31483E0C6066}" type="slidenum">
              <a:rPr lang="en-SG" smtClean="0"/>
              <a:t>‹#›</a:t>
            </a:fld>
            <a:endParaRPr lang="en-SG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8019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88E1-0DA0-4BE8-9D0D-6A248FF43158}" type="datetimeFigureOut">
              <a:rPr lang="en-SG" smtClean="0"/>
              <a:t>26/10/2026</a:t>
            </a:fld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70DAF-B9E7-4039-9D5F-31483E0C6066}" type="slidenum">
              <a:rPr lang="en-SG" smtClean="0"/>
              <a:t>‹#›</a:t>
            </a:fld>
            <a:endParaRPr lang="en-S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0529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88E1-0DA0-4BE8-9D0D-6A248FF43158}" type="datetimeFigureOut">
              <a:rPr lang="en-SG" smtClean="0"/>
              <a:t>26/10/2026</a:t>
            </a:fld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70DAF-B9E7-4039-9D5F-31483E0C6066}" type="slidenum">
              <a:rPr lang="en-SG" smtClean="0"/>
              <a:t>‹#›</a:t>
            </a:fld>
            <a:endParaRPr lang="en-SG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00109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88E1-0DA0-4BE8-9D0D-6A248FF43158}" type="datetimeFigureOut">
              <a:rPr lang="en-SG" smtClean="0"/>
              <a:t>26/10/2026</a:t>
            </a:fld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70DAF-B9E7-4039-9D5F-31483E0C6066}" type="slidenum">
              <a:rPr lang="en-SG" smtClean="0"/>
              <a:t>‹#›</a:t>
            </a:fld>
            <a:endParaRPr lang="en-SG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5882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88E1-0DA0-4BE8-9D0D-6A248FF43158}" type="datetimeFigureOut">
              <a:rPr lang="en-SG" smtClean="0"/>
              <a:t>26/10/2026</a:t>
            </a:fld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70DAF-B9E7-4039-9D5F-31483E0C6066}" type="slidenum">
              <a:rPr lang="en-SG" smtClean="0"/>
              <a:t>‹#›</a:t>
            </a:fld>
            <a:endParaRPr lang="en-SG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3495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88E1-0DA0-4BE8-9D0D-6A248FF43158}" type="datetimeFigureOut">
              <a:rPr lang="en-SG" smtClean="0"/>
              <a:t>26/10/2026</a:t>
            </a:fld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70DAF-B9E7-4039-9D5F-31483E0C606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895576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B488E1-0DA0-4BE8-9D0D-6A248FF43158}" type="datetimeFigureOut">
              <a:rPr lang="en-SG" smtClean="0"/>
              <a:t>26/10/2026</a:t>
            </a:fld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F70DAF-B9E7-4039-9D5F-31483E0C6066}" type="slidenum">
              <a:rPr lang="en-SG" smtClean="0"/>
              <a:t>‹#›</a:t>
            </a:fld>
            <a:endParaRPr lang="en-SG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63791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B488E1-0DA0-4BE8-9D0D-6A248FF43158}" type="datetimeFigureOut">
              <a:rPr lang="en-SG" smtClean="0"/>
              <a:t>26/10/2026</a:t>
            </a:fld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F70DAF-B9E7-4039-9D5F-31483E0C6066}" type="slidenum">
              <a:rPr lang="en-SG" smtClean="0"/>
              <a:t>‹#›</a:t>
            </a:fld>
            <a:endParaRPr lang="en-SG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9197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22B488E1-0DA0-4BE8-9D0D-6A248FF43158}" type="datetimeFigureOut">
              <a:rPr lang="en-SG" smtClean="0"/>
              <a:t>26/10/2026</a:t>
            </a:fld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FDF70DAF-B9E7-4039-9D5F-31483E0C606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81472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  <p:sldLayoutId id="2147483746" r:id="rId17"/>
    <p:sldLayoutId id="2147483747" r:id="rId18"/>
    <p:sldLayoutId id="2147483748" r:id="rId19"/>
    <p:sldLayoutId id="2147483749" r:id="rId20"/>
    <p:sldLayoutId id="2147483750" r:id="rId21"/>
    <p:sldLayoutId id="2147483751" r:id="rId22"/>
    <p:sldLayoutId id="2147483752" r:id="rId23"/>
    <p:sldLayoutId id="2147483753" r:id="rId24"/>
    <p:sldLayoutId id="2147483754" r:id="rId25"/>
    <p:sldLayoutId id="2147483755" r:id="rId26"/>
    <p:sldLayoutId id="2147483756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CAE5D46-7BBE-A66C-F8A9-528EC812C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3"/>
            <a:ext cx="9144000" cy="1142855"/>
          </a:xfrm>
        </p:spPr>
        <p:txBody>
          <a:bodyPr>
            <a:normAutofit fontScale="90000"/>
          </a:bodyPr>
          <a:lstStyle/>
          <a:p>
            <a:r>
              <a:rPr lang="vi-VN" dirty="0"/>
              <a:t>     BÁO CÁO </a:t>
            </a:r>
            <a:endParaRPr lang="en-SG" dirty="0"/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44228F1C-F089-8BF7-6D87-C3B8519428A1}"/>
              </a:ext>
            </a:extLst>
          </p:cNvPr>
          <p:cNvSpPr txBox="1"/>
          <p:nvPr/>
        </p:nvSpPr>
        <p:spPr>
          <a:xfrm>
            <a:off x="3667991" y="2265217"/>
            <a:ext cx="53513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dirty="0"/>
              <a:t>    THÁNG 5 \ 2024</a:t>
            </a:r>
            <a:endParaRPr lang="en-SG" sz="3600" dirty="0"/>
          </a:p>
        </p:txBody>
      </p:sp>
      <p:sp>
        <p:nvSpPr>
          <p:cNvPr id="9" name="Hình chữ nhật: Góc Tròn 8">
            <a:extLst>
              <a:ext uri="{FF2B5EF4-FFF2-40B4-BE49-F238E27FC236}">
                <a16:creationId xmlns:a16="http://schemas.microsoft.com/office/drawing/2014/main" id="{0C6A27B5-B78D-6119-A343-215EF3C2A8C2}"/>
              </a:ext>
            </a:extLst>
          </p:cNvPr>
          <p:cNvSpPr/>
          <p:nvPr/>
        </p:nvSpPr>
        <p:spPr>
          <a:xfrm>
            <a:off x="367145" y="3609356"/>
            <a:ext cx="5694219" cy="303911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4000" dirty="0"/>
              <a:t>DỰ ÁN VÍ ĐIỆN TỬ CHO SINH VIÊN</a:t>
            </a:r>
            <a:endParaRPr lang="en-SG" sz="4000" dirty="0"/>
          </a:p>
        </p:txBody>
      </p:sp>
      <p:pic>
        <p:nvPicPr>
          <p:cNvPr id="11" name="Hình ảnh 10">
            <a:extLst>
              <a:ext uri="{FF2B5EF4-FFF2-40B4-BE49-F238E27FC236}">
                <a16:creationId xmlns:a16="http://schemas.microsoft.com/office/drawing/2014/main" id="{08426984-5C3A-99B1-BD83-86F2A2C0A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4973" y="3609356"/>
            <a:ext cx="3439391" cy="285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9379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ình ảnh 2">
            <a:extLst>
              <a:ext uri="{FF2B5EF4-FFF2-40B4-BE49-F238E27FC236}">
                <a16:creationId xmlns:a16="http://schemas.microsoft.com/office/drawing/2014/main" id="{FFD12FE0-6668-D4FF-4260-FBDD6104A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082" y="1205345"/>
            <a:ext cx="4985763" cy="2296391"/>
          </a:xfrm>
          <a:prstGeom prst="rect">
            <a:avLst/>
          </a:prstGeom>
        </p:spPr>
      </p:pic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18DDABA8-5D39-AA2A-D579-D3B6DC3F6647}"/>
              </a:ext>
            </a:extLst>
          </p:cNvPr>
          <p:cNvSpPr/>
          <p:nvPr/>
        </p:nvSpPr>
        <p:spPr>
          <a:xfrm>
            <a:off x="6096000" y="945573"/>
            <a:ext cx="5240482" cy="248342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>
              <a:ln>
                <a:solidFill>
                  <a:srgbClr val="FF0000"/>
                </a:solidFill>
              </a:ln>
              <a:noFill/>
            </a:endParaRPr>
          </a:p>
        </p:txBody>
      </p:sp>
      <p:pic>
        <p:nvPicPr>
          <p:cNvPr id="9" name="Hình ảnh 8">
            <a:extLst>
              <a:ext uri="{FF2B5EF4-FFF2-40B4-BE49-F238E27FC236}">
                <a16:creationId xmlns:a16="http://schemas.microsoft.com/office/drawing/2014/main" id="{8D6D03A3-4E25-1BEB-1357-453C45740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919" y="4104408"/>
            <a:ext cx="10359314" cy="2088573"/>
          </a:xfrm>
          <a:prstGeom prst="rect">
            <a:avLst/>
          </a:prstGeom>
        </p:spPr>
      </p:pic>
      <p:pic>
        <p:nvPicPr>
          <p:cNvPr id="11" name="Hình ảnh 10">
            <a:extLst>
              <a:ext uri="{FF2B5EF4-FFF2-40B4-BE49-F238E27FC236}">
                <a16:creationId xmlns:a16="http://schemas.microsoft.com/office/drawing/2014/main" id="{46E2A204-382E-2B67-AA51-28E096302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977" y="945573"/>
            <a:ext cx="5240482" cy="258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91273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AB9FF95-F55A-6549-B09D-9E2B8F1CC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/>
          <a:lstStyle/>
          <a:p>
            <a:r>
              <a:rPr lang="vi-VN" dirty="0"/>
              <a:t>DOANH THU THEO QUÝ NĂM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50DA0C4-D4F6-5A16-AFB9-44EAD30C5C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SG" sz="4000" dirty="0"/>
              <a:t>Doanh </a:t>
            </a:r>
            <a:r>
              <a:rPr lang="en-SG" sz="4000" dirty="0" err="1"/>
              <a:t>thu</a:t>
            </a:r>
            <a:r>
              <a:rPr lang="en-SG" sz="4000" dirty="0"/>
              <a:t> </a:t>
            </a:r>
            <a:r>
              <a:rPr lang="en-SG" sz="4000" dirty="0" err="1"/>
              <a:t>tăng</a:t>
            </a:r>
            <a:r>
              <a:rPr lang="en-SG" sz="4000" dirty="0"/>
              <a:t> </a:t>
            </a:r>
            <a:r>
              <a:rPr lang="en-SG" sz="4000" dirty="0" err="1"/>
              <a:t>trưởng</a:t>
            </a:r>
            <a:r>
              <a:rPr lang="en-SG" sz="4000" dirty="0"/>
              <a:t> </a:t>
            </a:r>
            <a:r>
              <a:rPr lang="en-SG" sz="4000" dirty="0" err="1"/>
              <a:t>mạnh</a:t>
            </a:r>
            <a:r>
              <a:rPr lang="en-SG" sz="4000" dirty="0"/>
              <a:t> </a:t>
            </a:r>
            <a:r>
              <a:rPr lang="en-SG" sz="4000" dirty="0" err="1"/>
              <a:t>mẽ</a:t>
            </a:r>
            <a:r>
              <a:rPr lang="en-SG" sz="4000" dirty="0"/>
              <a:t>, </a:t>
            </a:r>
            <a:r>
              <a:rPr lang="en-SG" sz="4000" dirty="0" err="1"/>
              <a:t>bền</a:t>
            </a:r>
            <a:r>
              <a:rPr lang="en-SG" sz="4000" dirty="0"/>
              <a:t> </a:t>
            </a:r>
            <a:r>
              <a:rPr lang="en-SG" sz="4000" dirty="0" err="1"/>
              <a:t>vững</a:t>
            </a:r>
            <a:endParaRPr lang="en-SG" sz="4000" dirty="0"/>
          </a:p>
          <a:p>
            <a:pPr lvl="0"/>
            <a:r>
              <a:rPr lang="en-SG" sz="4000" dirty="0" err="1"/>
              <a:t>Kiểm</a:t>
            </a:r>
            <a:r>
              <a:rPr lang="en-SG" sz="4000" dirty="0"/>
              <a:t> </a:t>
            </a:r>
            <a:r>
              <a:rPr lang="en-SG" sz="4000" dirty="0" err="1"/>
              <a:t>soát</a:t>
            </a:r>
            <a:r>
              <a:rPr lang="en-SG" sz="4000" dirty="0"/>
              <a:t> chi </a:t>
            </a:r>
            <a:r>
              <a:rPr lang="en-SG" sz="4000" dirty="0" err="1"/>
              <a:t>phí</a:t>
            </a:r>
            <a:r>
              <a:rPr lang="en-SG" sz="4000" dirty="0"/>
              <a:t> </a:t>
            </a:r>
            <a:r>
              <a:rPr lang="en-SG" sz="4000" dirty="0" err="1"/>
              <a:t>hiệu</a:t>
            </a:r>
            <a:r>
              <a:rPr lang="en-SG" sz="4000" dirty="0"/>
              <a:t> </a:t>
            </a:r>
            <a:r>
              <a:rPr lang="en-SG" sz="4000" dirty="0" err="1"/>
              <a:t>quả</a:t>
            </a:r>
            <a:r>
              <a:rPr lang="en-SG" sz="4000" dirty="0"/>
              <a:t> </a:t>
            </a:r>
            <a:endParaRPr lang="vi-VN" sz="4000" dirty="0"/>
          </a:p>
          <a:p>
            <a:pPr lvl="0"/>
            <a:r>
              <a:rPr lang="en-SG" sz="4000" dirty="0" err="1"/>
              <a:t>Cả</a:t>
            </a:r>
            <a:r>
              <a:rPr lang="en-SG" sz="4000" dirty="0"/>
              <a:t> </a:t>
            </a:r>
            <a:r>
              <a:rPr lang="en-SG" sz="4000" dirty="0" err="1"/>
              <a:t>lợi</a:t>
            </a:r>
            <a:r>
              <a:rPr lang="en-SG" sz="4000" dirty="0"/>
              <a:t> </a:t>
            </a:r>
            <a:r>
              <a:rPr lang="en-SG" sz="4000" dirty="0" err="1"/>
              <a:t>nhuận</a:t>
            </a:r>
            <a:r>
              <a:rPr lang="en-SG" sz="4000" dirty="0"/>
              <a:t> </a:t>
            </a:r>
            <a:r>
              <a:rPr lang="en-SG" sz="4000" dirty="0" err="1"/>
              <a:t>gộp</a:t>
            </a:r>
            <a:r>
              <a:rPr lang="en-SG" sz="4000" dirty="0"/>
              <a:t> </a:t>
            </a:r>
            <a:r>
              <a:rPr lang="en-SG" sz="4000" dirty="0" err="1"/>
              <a:t>và</a:t>
            </a:r>
            <a:r>
              <a:rPr lang="en-SG" sz="4000" dirty="0"/>
              <a:t> </a:t>
            </a:r>
            <a:r>
              <a:rPr lang="en-SG" sz="4000" dirty="0" err="1"/>
              <a:t>sau</a:t>
            </a:r>
            <a:r>
              <a:rPr lang="en-SG" sz="4000" dirty="0"/>
              <a:t> </a:t>
            </a:r>
            <a:r>
              <a:rPr lang="en-SG" sz="4000" dirty="0" err="1"/>
              <a:t>thuế</a:t>
            </a:r>
            <a:r>
              <a:rPr lang="en-SG" sz="4000" dirty="0"/>
              <a:t> </a:t>
            </a:r>
            <a:r>
              <a:rPr lang="en-SG" sz="4000" dirty="0" err="1"/>
              <a:t>đều</a:t>
            </a:r>
            <a:r>
              <a:rPr lang="en-SG" sz="4000" dirty="0"/>
              <a:t> </a:t>
            </a:r>
            <a:r>
              <a:rPr lang="en-SG" sz="4000" dirty="0" err="1"/>
              <a:t>tăng</a:t>
            </a:r>
            <a:r>
              <a:rPr lang="en-SG" sz="4000" dirty="0"/>
              <a:t> </a:t>
            </a:r>
            <a:r>
              <a:rPr lang="en-SG" sz="4000" dirty="0" err="1"/>
              <a:t>cao</a:t>
            </a:r>
            <a:r>
              <a:rPr lang="en-SG" sz="4000" dirty="0"/>
              <a:t> </a:t>
            </a:r>
            <a:r>
              <a:rPr lang="en-SG" sz="4000" dirty="0" err="1"/>
              <a:t>hơn</a:t>
            </a:r>
            <a:r>
              <a:rPr lang="en-SG" sz="4000" dirty="0"/>
              <a:t> </a:t>
            </a:r>
            <a:r>
              <a:rPr lang="en-SG" sz="4000" dirty="0" err="1"/>
              <a:t>doanh</a:t>
            </a:r>
            <a:r>
              <a:rPr lang="en-SG" sz="4000" dirty="0"/>
              <a:t> </a:t>
            </a:r>
            <a:r>
              <a:rPr lang="en-SG" sz="4000" dirty="0" err="1"/>
              <a:t>thu</a:t>
            </a:r>
            <a:r>
              <a:rPr lang="en-SG" sz="4000" dirty="0"/>
              <a:t> </a:t>
            </a:r>
            <a:r>
              <a:rPr lang="vi-VN" sz="4000" dirty="0"/>
              <a:t>=&gt;</a:t>
            </a:r>
            <a:r>
              <a:rPr lang="en-SG" sz="4000" dirty="0"/>
              <a:t> </a:t>
            </a:r>
            <a:r>
              <a:rPr lang="en-SG" sz="4000" dirty="0" err="1"/>
              <a:t>tỷ</a:t>
            </a:r>
            <a:r>
              <a:rPr lang="en-SG" sz="4000" dirty="0"/>
              <a:t> </a:t>
            </a:r>
            <a:r>
              <a:rPr lang="en-SG" sz="4000" dirty="0" err="1"/>
              <a:t>suất</a:t>
            </a:r>
            <a:r>
              <a:rPr lang="en-SG" sz="4000" dirty="0"/>
              <a:t> </a:t>
            </a:r>
            <a:r>
              <a:rPr lang="en-SG" sz="4000" dirty="0" err="1"/>
              <a:t>lợi</a:t>
            </a:r>
            <a:r>
              <a:rPr lang="en-SG" sz="4000" dirty="0"/>
              <a:t> </a:t>
            </a:r>
            <a:r>
              <a:rPr lang="en-SG" sz="4000" dirty="0" err="1"/>
              <a:t>nhuận</a:t>
            </a:r>
            <a:r>
              <a:rPr lang="en-SG" sz="4000" dirty="0"/>
              <a:t> </a:t>
            </a:r>
            <a:r>
              <a:rPr lang="en-SG" sz="4000" dirty="0" err="1"/>
              <a:t>cải</a:t>
            </a:r>
            <a:r>
              <a:rPr lang="en-SG" sz="4000" dirty="0"/>
              <a:t> </a:t>
            </a:r>
            <a:r>
              <a:rPr lang="en-SG" sz="4000" dirty="0" err="1"/>
              <a:t>thiện</a:t>
            </a:r>
            <a:r>
              <a:rPr lang="en-SG" sz="4000" dirty="0"/>
              <a:t> </a:t>
            </a:r>
            <a:r>
              <a:rPr lang="en-SG" sz="4000" dirty="0" err="1"/>
              <a:t>rõ</a:t>
            </a:r>
            <a:r>
              <a:rPr lang="en-SG" sz="4000" dirty="0"/>
              <a:t> </a:t>
            </a:r>
            <a:r>
              <a:rPr lang="en-SG" sz="4000" dirty="0" err="1"/>
              <a:t>rệt</a:t>
            </a:r>
            <a:endParaRPr lang="en-SG" sz="4000" dirty="0"/>
          </a:p>
          <a:p>
            <a:endParaRPr lang="en-US" sz="2000" dirty="0"/>
          </a:p>
        </p:txBody>
      </p:sp>
      <p:pic>
        <p:nvPicPr>
          <p:cNvPr id="3" name="Hình ảnh 2">
            <a:extLst>
              <a:ext uri="{FF2B5EF4-FFF2-40B4-BE49-F238E27FC236}">
                <a16:creationId xmlns:a16="http://schemas.microsoft.com/office/drawing/2014/main" id="{EE2746A8-9BA5-C887-9A93-9480B2142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609" y="2440568"/>
            <a:ext cx="3501183" cy="38012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55659076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37</TotalTime>
  <Words>58</Words>
  <Application>Microsoft Office PowerPoint</Application>
  <PresentationFormat>Màn hình rộng</PresentationFormat>
  <Paragraphs>7</Paragraphs>
  <Slides>3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3</vt:i4>
      </vt:variant>
    </vt:vector>
  </HeadingPairs>
  <TitlesOfParts>
    <vt:vector size="7" baseType="lpstr">
      <vt:lpstr>System Font Regular</vt:lpstr>
      <vt:lpstr>Arial</vt:lpstr>
      <vt:lpstr>Neue Haas Grotesk Text Pro</vt:lpstr>
      <vt:lpstr>Bjorn</vt:lpstr>
      <vt:lpstr>     BÁO CÁO </vt:lpstr>
      <vt:lpstr>Bản trình bày PowerPoint</vt:lpstr>
      <vt:lpstr>DOANH THU THEO QUÝ NĂM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Hạnh Mai Thị Mỹ</dc:creator>
  <cp:lastModifiedBy>Hạnh Mai Thị Mỹ</cp:lastModifiedBy>
  <cp:revision>1</cp:revision>
  <dcterms:created xsi:type="dcterms:W3CDTF">2026-10-26T02:23:30Z</dcterms:created>
  <dcterms:modified xsi:type="dcterms:W3CDTF">2026-10-26T03:00:54Z</dcterms:modified>
</cp:coreProperties>
</file>